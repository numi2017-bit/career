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넷플릭스 락인(Lock-in) 전략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흑백요리사 IP를 활용한 유저 리텐션 및 수익화 전략</a:t>
            </a:r>
          </a:p>
          <a:p/>
          <a:p>
            <a:r>
              <a:t>OTT 시장 분석 프로젝트팀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현황 및 성과: 시장권을 탈환한 구원 투수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주요 성과 지표</a:t>
            </a:r>
          </a:p>
          <a:p>
            <a:r>
              <a:t>- 시장 점유율 35% 달성 (업계 1위 수성)</a:t>
            </a:r>
          </a:p>
          <a:p>
            <a:r>
              <a:t>- 브랜드 지수 V자 반등 (방영 전 8위 -&gt; 방영 후 1위)</a:t>
            </a:r>
          </a:p>
          <a:p>
            <a:r>
              <a:t>- 시즌2 참여 밀도 1.82배 급증 (조회수 대비 댓글 비율)</a:t>
            </a:r>
          </a:p>
          <a:p/>
          <a:p>
            <a:r>
              <a:t>💡 핵심 인사이트</a:t>
            </a:r>
          </a:p>
          <a:p>
            <a:r>
              <a:t>"조회수는 시즌1이 높았으나, 실질적인 팬덤의 참여(Engagement)는 시즌2가 압도적임."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핵심 진단: 셰프 IP 가치 평가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Media Value vs Viral Efficiency</a:t>
            </a:r>
          </a:p>
          <a:p>
            <a:r>
              <a:t>- 미디어 노출 가치 1위: 안성재 (약 35억 원)</a:t>
            </a:r>
          </a:p>
          <a:p>
            <a:r>
              <a:t>- 바이럴 효율(가성비) 1위: 임성근 (2.21점)</a:t>
            </a:r>
          </a:p>
          <a:p/>
          <a:p>
            <a:r>
              <a:t>🏆 최강록 Fandom Analysis</a:t>
            </a:r>
          </a:p>
          <a:p>
            <a:r>
              <a:t>- 댓글 참여율 1위 (0.057%)</a:t>
            </a:r>
          </a:p>
          <a:p>
            <a:r>
              <a:t>- 밈(Meme) 파워: '조리보이', '나야 들기름', '만화책'</a:t>
            </a:r>
          </a:p>
          <a:p>
            <a:r>
              <a:t>- 결론: 단순 시청자가 아닌 '행동하는 팬덤'을 보유한 핵심 자산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핵심 진단: 이탈 위기 (Risk Warning)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🚨 Churn Warning Signals</a:t>
            </a:r>
          </a:p>
          <a:p>
            <a:r>
              <a:t>- 이탈 위험군: 4,356명 (14일 이상 미활동)</a:t>
            </a:r>
          </a:p>
          <a:p>
            <a:r>
              <a:t>- 예상 손실액: 연간 약 2.1억 원 (구독료 기준)</a:t>
            </a:r>
          </a:p>
          <a:p/>
          <a:p>
            <a:r>
              <a:t>🔍 이탈의 근본 원인 (Root Cause)</a:t>
            </a:r>
          </a:p>
          <a:p>
            <a:r>
              <a:t>1. 인성/도덕성 논란 (51.5%): 출연자 검증 실패에 대한 실망</a:t>
            </a:r>
          </a:p>
          <a:p>
            <a:r>
              <a:t>2. 공정성 불만 (23.2%): 인기 셰프(최강록)의 분량 실종</a:t>
            </a:r>
          </a:p>
          <a:p>
            <a:r>
              <a:t>3. 가격 저항 (15.3%): 불쾌한 경험 대비 높은 구독료 인식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전략 제안: 골든 타임 &amp; IP 유니버스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⏰ 1. 골든 타임 공략 (Push Notification)</a:t>
            </a:r>
          </a:p>
          <a:p>
            <a:r>
              <a:t>- 수요일 밤 10시 (탐색 마비): 최강록 B-컷 공개</a:t>
            </a:r>
          </a:p>
          <a:p>
            <a:r>
              <a:t>- 토요일 새벽 4시 (밤샘 정주행): 임성근 가성비 레시피 공개</a:t>
            </a:r>
          </a:p>
          <a:p/>
          <a:p>
            <a:r>
              <a:t>🚀 2. 단계별 로드맵</a:t>
            </a:r>
          </a:p>
          <a:p>
            <a:r>
              <a:t>- Step 1 (구독 가치): 식당 예약 패스트트랙 제공 (가격 저항 해소)</a:t>
            </a:r>
          </a:p>
          <a:p>
            <a:r>
              <a:t>- Step 2 (신뢰 회복): 시즌3 블라인드 국민 심사단 도입</a:t>
            </a:r>
          </a:p>
          <a:p>
            <a:r>
              <a:t>- Step 3 (확장): 최강록 x 임성근 스핀오프 런칭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결론: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🚩 New Paradigm: Engagement Platform</a:t>
            </a:r>
          </a:p>
          <a:p>
            <a:r>
              <a:t>- View (조회수) → Engagement (참여)</a:t>
            </a:r>
          </a:p>
          <a:p>
            <a:r>
              <a:t>- Traffic (숫자) → Fans (팬덤)</a:t>
            </a:r>
          </a:p>
          <a:p>
            <a:r>
              <a:t>- Subscriber (구독자) → Advocate (지지자)</a:t>
            </a:r>
          </a:p>
          <a:p/>
          <a:p>
            <a:r>
              <a:t>💡 Final Thought</a:t>
            </a:r>
          </a:p>
          <a:p>
            <a:r>
              <a:t>"콘텐츠가 플랫폼을 이깁니다. 이제 단순 OTT를 넘어,</a:t>
            </a:r>
          </a:p>
          <a:p>
            <a:r>
              <a:t>팬덤이 놀고 즐기는 '캐릭터 유니버스'로 진화해야 합니다."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